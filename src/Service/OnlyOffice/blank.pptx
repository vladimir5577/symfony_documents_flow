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en-US" smtClean="0"/>
              <a:t>10/30/2013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Arial" pitchFamily="34" charset="0" panose="020B0604020202020204"/>
              <a:cs typeface="Arial" pitchFamily="34" charset="0" panose="020B060402020202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en-US" smtClean="0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Arial"/>
        <a:cs typeface="Arial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Arial"/>
        <a:cs typeface="Arial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Application>ONLYOFFICE/9.2.1.8</Application>
  <PresentationFormat>On-screen Show (4:3)</PresentationFormat>
  <Paragraphs>1</Paragraphs>
  <Slides>1</Slides>
  <Notes>1</Notes>
  <HiddenSlides>0</HiddenSlides>
  <MMClips>0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</cp:coreProperties>
</file>